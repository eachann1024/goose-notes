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6353" y="1668512"/>
            <a:ext cx="4491293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Goose Note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2326353" y="2741563"/>
            <a:ext cx="449129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 Notion 启发的本地化笔记应用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0" y="3424089"/>
            <a:ext cx="1524000" cy="50750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326880" cy="885825"/>
          </a:xfrm>
          <a:prstGeom prst="rect">
            <a:avLst/>
          </a:prstGeom>
          <a:noFill/>
          <a:ln/>
        </p:spPr>
        <p:txBody>
          <a:bodyPr wrap="square" lIns="508000" tIns="190500" rIns="508000" bIns="19050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015901"/>
            <a:ext cx="8128099" cy="1190327"/>
          </a:xfrm>
          <a:prstGeom prst="roundRect">
            <a:avLst>
              <a:gd name="adj" fmla="val 426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6050" y="1015901"/>
            <a:ext cx="0" cy="1190327"/>
          </a:xfrm>
          <a:prstGeom prst="line">
            <a:avLst/>
          </a:prstGeom>
          <a:noFill/>
          <a:ln w="76200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1601" y="1269802"/>
            <a:ext cx="7565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项目定位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1601" y="1685627"/>
            <a:ext cx="75653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Tiptap 的 Notion 风格本地笔记应用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2396728"/>
            <a:ext cx="8128099" cy="1190327"/>
          </a:xfrm>
          <a:prstGeom prst="roundRect">
            <a:avLst>
              <a:gd name="adj" fmla="val 426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6050" y="2396728"/>
            <a:ext cx="0" cy="1190327"/>
          </a:xfrm>
          <a:prstGeom prst="line">
            <a:avLst/>
          </a:prstGeom>
          <a:noFill/>
          <a:ln w="76200">
            <a:solidFill>
              <a:srgbClr val="5EA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1601" y="2650629"/>
            <a:ext cx="7565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运行模式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1601" y="3066455"/>
            <a:ext cx="75653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作为 uTools 插件运行，支持独立 Web 应用模式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950" y="3777555"/>
            <a:ext cx="8128099" cy="666750"/>
          </a:xfrm>
          <a:prstGeom prst="roundRect">
            <a:avLst>
              <a:gd name="adj" fmla="val 7619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5401" y="3968055"/>
            <a:ext cx="76430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本地优先 · 隐私安全 · 类 Notion 体验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326880" cy="885825"/>
          </a:xfrm>
          <a:prstGeom prst="rect">
            <a:avLst/>
          </a:prstGeom>
          <a:noFill/>
          <a:ln/>
        </p:spPr>
        <p:txBody>
          <a:bodyPr wrap="square" lIns="508000" tIns="190500" rIns="508000" bIns="19050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952500"/>
            <a:ext cx="4365575" cy="615702"/>
          </a:xfrm>
          <a:prstGeom prst="roundRect">
            <a:avLst>
              <a:gd name="adj" fmla="val 82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952500"/>
            <a:ext cx="0" cy="615702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7975" y="1054001"/>
            <a:ext cx="40934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前端框架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7975" y="1314301"/>
            <a:ext cx="40934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 + Vite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1669703"/>
            <a:ext cx="4365575" cy="615702"/>
          </a:xfrm>
          <a:prstGeom prst="roundRect">
            <a:avLst>
              <a:gd name="adj" fmla="val 82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763" y="1669703"/>
            <a:ext cx="0" cy="615702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7975" y="1771204"/>
            <a:ext cx="40934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编辑器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7975" y="2031504"/>
            <a:ext cx="40934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TipTap (ProseMirror)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950" y="2386905"/>
            <a:ext cx="4365575" cy="615702"/>
          </a:xfrm>
          <a:prstGeom prst="roundRect">
            <a:avLst>
              <a:gd name="adj" fmla="val 82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1763" y="2386905"/>
            <a:ext cx="0" cy="615702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7975" y="2488406"/>
            <a:ext cx="40934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组件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7975" y="2748707"/>
            <a:ext cx="40934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+ Radix UI + shadcn/ui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950" y="3104108"/>
            <a:ext cx="4365575" cy="615702"/>
          </a:xfrm>
          <a:prstGeom prst="roundRect">
            <a:avLst>
              <a:gd name="adj" fmla="val 82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31763" y="3104108"/>
            <a:ext cx="0" cy="615702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7975" y="3205609"/>
            <a:ext cx="40934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状态管理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7975" y="3465909"/>
            <a:ext cx="40934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950" y="3821311"/>
            <a:ext cx="4365575" cy="615702"/>
          </a:xfrm>
          <a:prstGeom prst="roundRect">
            <a:avLst>
              <a:gd name="adj" fmla="val 82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31763" y="3821311"/>
            <a:ext cx="0" cy="615702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7975" y="3922812"/>
            <a:ext cx="40934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7975" y="4183112"/>
            <a:ext cx="40934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Lucide React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950" y="4538514"/>
            <a:ext cx="4365575" cy="615702"/>
          </a:xfrm>
          <a:prstGeom prst="roundRect">
            <a:avLst>
              <a:gd name="adj" fmla="val 82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31763" y="4538514"/>
            <a:ext cx="0" cy="615702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7975" y="4640014"/>
            <a:ext cx="40934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开发工具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7975" y="4900315"/>
            <a:ext cx="40934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ESLint + AutoImport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326880" cy="885825"/>
          </a:xfrm>
          <a:prstGeom prst="rect">
            <a:avLst/>
          </a:prstGeom>
          <a:noFill/>
          <a:ln/>
        </p:spPr>
        <p:txBody>
          <a:bodyPr wrap="square" lIns="508000" tIns="190500" rIns="508000" bIns="19050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952500"/>
            <a:ext cx="26784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页面管理系统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250900"/>
            <a:ext cx="2625923" cy="62091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3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层级结构支持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拖拽排序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快捷键操作 (Cmd+Backspace 删除)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2024211"/>
            <a:ext cx="26784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富文本编辑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2322612"/>
            <a:ext cx="2625923" cy="62091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3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 / 列表 / 任务 / 代码块 / 表格 / 链接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 / 唤起命令菜单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秒防抖自动保存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3095923"/>
            <a:ext cx="26784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搜索与导航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950" y="3394323"/>
            <a:ext cx="2625923" cy="62091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3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全局搜索 Cmd+K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内容搜索、面包屑导航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智能记录最近访问页面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4167634"/>
            <a:ext cx="26784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记事本系统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950" y="4466034"/>
            <a:ext cx="2625923" cy="40124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3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多记事本支持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快速切换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326880" cy="885825"/>
          </a:xfrm>
          <a:prstGeom prst="rect">
            <a:avLst/>
          </a:prstGeom>
          <a:noFill/>
          <a:ln/>
        </p:spPr>
        <p:txBody>
          <a:bodyPr wrap="square" lIns="508000" tIns="190500" rIns="508000" bIns="19050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数据模型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015901"/>
            <a:ext cx="4212431" cy="4084439"/>
          </a:xfrm>
          <a:prstGeom prst="roundRect">
            <a:avLst>
              <a:gd name="adj" fmla="val 2487"/>
            </a:avLst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6525" y="1015901"/>
            <a:ext cx="0" cy="4084439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326880" cy="885825"/>
          </a:xfrm>
          <a:prstGeom prst="rect">
            <a:avLst/>
          </a:prstGeom>
          <a:noFill/>
          <a:ln/>
        </p:spPr>
        <p:txBody>
          <a:bodyPr wrap="square" lIns="508000" tIns="190500" rIns="508000" bIns="19050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架构设计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015901"/>
            <a:ext cx="2638425" cy="1150441"/>
          </a:xfrm>
          <a:prstGeom prst="roundRect">
            <a:avLst>
              <a:gd name="adj" fmla="val 441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015901"/>
            <a:ext cx="0" cy="115044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4175" y="1206401"/>
            <a:ext cx="21762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双模式运行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4175" y="1549301"/>
            <a:ext cx="217627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uTools 插件模式 / Web 应用模式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2318742"/>
            <a:ext cx="2638425" cy="1150441"/>
          </a:xfrm>
          <a:prstGeom prst="roundRect">
            <a:avLst>
              <a:gd name="adj" fmla="val 441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763" y="2318742"/>
            <a:ext cx="0" cy="115044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4175" y="2509242"/>
            <a:ext cx="21762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存储架构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4175" y="2852142"/>
            <a:ext cx="217627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uTools 适配器 + localStorage 后备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0276" y="1015901"/>
            <a:ext cx="2638425" cy="937171"/>
          </a:xfrm>
          <a:prstGeom prst="roundRect">
            <a:avLst>
              <a:gd name="adj" fmla="val 542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424089" y="1015901"/>
            <a:ext cx="0" cy="93717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6501" y="1206401"/>
            <a:ext cx="21762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76501" y="1549301"/>
            <a:ext cx="21762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 / 设置 / 记事本分别存储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00276" y="2105471"/>
            <a:ext cx="2638425" cy="937171"/>
          </a:xfrm>
          <a:prstGeom prst="roundRect">
            <a:avLst>
              <a:gd name="adj" fmla="val 5421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28876" y="2295971"/>
            <a:ext cx="222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事务支持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28876" y="2638871"/>
            <a:ext cx="22248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版本控制 (_rev) 避免数据冲突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326880" cy="885825"/>
          </a:xfrm>
          <a:prstGeom prst="rect">
            <a:avLst/>
          </a:prstGeom>
          <a:noFill/>
          <a:ln/>
        </p:spPr>
        <p:txBody>
          <a:bodyPr wrap="square" lIns="508000" tIns="190500" rIns="508000" bIns="19050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编辑器特性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015901"/>
            <a:ext cx="1715691" cy="1150441"/>
          </a:xfrm>
          <a:prstGeom prst="roundRect">
            <a:avLst>
              <a:gd name="adj" fmla="val 441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015901"/>
            <a:ext cx="0" cy="115044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4175" y="1206401"/>
            <a:ext cx="12350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富文本编辑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4175" y="1549301"/>
            <a:ext cx="123508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 Markdown 支持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14141" y="1015901"/>
            <a:ext cx="1715691" cy="1150441"/>
          </a:xfrm>
          <a:prstGeom prst="roundRect">
            <a:avLst>
              <a:gd name="adj" fmla="val 4416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437954" y="1015901"/>
            <a:ext cx="0" cy="115044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0366" y="1206401"/>
            <a:ext cx="12350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快捷命令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90366" y="1549301"/>
            <a:ext cx="123508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 / 唤起命令菜单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20332" y="1015901"/>
            <a:ext cx="1715691" cy="1150441"/>
          </a:xfrm>
          <a:prstGeom prst="roundRect">
            <a:avLst>
              <a:gd name="adj" fmla="val 441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344144" y="1015901"/>
            <a:ext cx="0" cy="115044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6557" y="1206401"/>
            <a:ext cx="12350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自动保存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96557" y="1549301"/>
            <a:ext cx="123508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秒防抖机制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950" y="2356842"/>
            <a:ext cx="2668935" cy="937171"/>
          </a:xfrm>
          <a:prstGeom prst="roundRect">
            <a:avLst>
              <a:gd name="adj" fmla="val 542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31763" y="2356842"/>
            <a:ext cx="0" cy="93717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4175" y="2547342"/>
            <a:ext cx="22073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图片处理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4175" y="2890242"/>
            <a:ext cx="22073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粘贴 / 拖拽 / 调整大小 / 对齐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67385" y="2356842"/>
            <a:ext cx="2668935" cy="937171"/>
          </a:xfrm>
          <a:prstGeom prst="roundRect">
            <a:avLst>
              <a:gd name="adj" fmla="val 542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391198" y="2356842"/>
            <a:ext cx="0" cy="937171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43610" y="2547342"/>
            <a:ext cx="22073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代码高亮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43610" y="2890242"/>
            <a:ext cx="22073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代码主题支持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326880" cy="885825"/>
          </a:xfrm>
          <a:prstGeom prst="rect">
            <a:avLst/>
          </a:prstGeom>
          <a:noFill/>
          <a:ln/>
        </p:spPr>
        <p:txBody>
          <a:bodyPr wrap="square" lIns="508000" tIns="190500" rIns="508000" bIns="19050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设计特色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015901"/>
            <a:ext cx="175531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视觉设计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7950" y="1450777"/>
            <a:ext cx="1720900" cy="0"/>
          </a:xfrm>
          <a:prstGeom prst="line">
            <a:avLst/>
          </a:prstGeom>
          <a:noFill/>
          <a:ln w="3810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950" y="1622227"/>
            <a:ext cx="1720900" cy="784175"/>
          </a:xfrm>
          <a:prstGeom prst="roundRect">
            <a:avLst>
              <a:gd name="adj" fmla="val 647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7000" y="1622227"/>
            <a:ext cx="0" cy="784175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201" y="1774627"/>
            <a:ext cx="1302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 设计语言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201" y="2053977"/>
            <a:ext cx="13020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简洁留白、圆角卡片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2533352"/>
            <a:ext cx="1720900" cy="784175"/>
          </a:xfrm>
          <a:prstGeom prst="roundRect">
            <a:avLst>
              <a:gd name="adj" fmla="val 647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27000" y="2533352"/>
            <a:ext cx="0" cy="784175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201" y="2685752"/>
            <a:ext cx="1302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深色模式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201" y="2965103"/>
            <a:ext cx="13020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完整的暗色主题支持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950" y="3444478"/>
            <a:ext cx="1720900" cy="784175"/>
          </a:xfrm>
          <a:prstGeom prst="roundRect">
            <a:avLst>
              <a:gd name="adj" fmla="val 647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7000" y="3444478"/>
            <a:ext cx="0" cy="784175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201" y="3596878"/>
            <a:ext cx="1302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三种字体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201" y="3876229"/>
            <a:ext cx="13020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 / 衬线 / 等宽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82751" y="1015901"/>
            <a:ext cx="175531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交互设计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482751" y="1450777"/>
            <a:ext cx="1720900" cy="0"/>
          </a:xfrm>
          <a:prstGeom prst="line">
            <a:avLst/>
          </a:prstGeom>
          <a:noFill/>
          <a:ln w="38100">
            <a:solidFill>
              <a:srgbClr val="FE44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82751" y="1622227"/>
            <a:ext cx="1720900" cy="984200"/>
          </a:xfrm>
          <a:prstGeom prst="roundRect">
            <a:avLst>
              <a:gd name="adj" fmla="val 516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501801" y="1622227"/>
            <a:ext cx="0" cy="98420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24001" y="1774627"/>
            <a:ext cx="1302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流畅动画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24001" y="2053977"/>
            <a:ext cx="130202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200-300ms 过渡时间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82751" y="2733377"/>
            <a:ext cx="1720900" cy="784175"/>
          </a:xfrm>
          <a:prstGeom prst="roundRect">
            <a:avLst>
              <a:gd name="adj" fmla="val 647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501801" y="2733377"/>
            <a:ext cx="0" cy="784175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24001" y="2885777"/>
            <a:ext cx="1302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键盘快捷键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24001" y="3165128"/>
            <a:ext cx="13020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完整的快捷键支持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82751" y="3644503"/>
            <a:ext cx="1720900" cy="784175"/>
          </a:xfrm>
          <a:prstGeom prst="roundRect">
            <a:avLst>
              <a:gd name="adj" fmla="val 647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2501801" y="3644503"/>
            <a:ext cx="0" cy="784175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24001" y="3796903"/>
            <a:ext cx="1302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拖拽手柄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24001" y="4076254"/>
            <a:ext cx="13020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可视化拖拽操作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326880" cy="885825"/>
          </a:xfrm>
          <a:prstGeom prst="rect">
            <a:avLst/>
          </a:prstGeom>
          <a:noFill/>
          <a:ln/>
        </p:spPr>
        <p:txBody>
          <a:bodyPr wrap="square" lIns="508000" tIns="190500" rIns="508000" bIns="19050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独特设计模式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015901"/>
            <a:ext cx="5890617" cy="1091952"/>
          </a:xfrm>
          <a:prstGeom prst="roundRect">
            <a:avLst>
              <a:gd name="adj" fmla="val 465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6525" y="1015901"/>
            <a:ext cx="0" cy="1091952"/>
          </a:xfrm>
          <a:prstGeom prst="line">
            <a:avLst/>
          </a:prstGeom>
          <a:noFill/>
          <a:ln w="57150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4451" y="1244501"/>
            <a:ext cx="53802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双环境抽象层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4451" y="1631752"/>
            <a:ext cx="5380262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UToolsAdapter 统一封装 uTools API 和 localStorage，无缝切换运行环境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2285554"/>
            <a:ext cx="5890617" cy="1091952"/>
          </a:xfrm>
          <a:prstGeom prst="roundRect">
            <a:avLst>
              <a:gd name="adj" fmla="val 465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6525" y="2285554"/>
            <a:ext cx="0" cy="1091952"/>
          </a:xfrm>
          <a:prstGeom prst="line">
            <a:avLst/>
          </a:prstGeom>
          <a:noFill/>
          <a:ln w="57150">
            <a:solidFill>
              <a:srgbClr val="5EA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4451" y="2514154"/>
            <a:ext cx="53802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渐进式内容加载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4451" y="2901404"/>
            <a:ext cx="5380262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ref 追踪当前页面，防止页面切换时的数据错乱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950" y="3555206"/>
            <a:ext cx="5890617" cy="1091952"/>
          </a:xfrm>
          <a:prstGeom prst="roundRect">
            <a:avLst>
              <a:gd name="adj" fmla="val 465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6525" y="3555206"/>
            <a:ext cx="0" cy="1091952"/>
          </a:xfrm>
          <a:prstGeom prst="line">
            <a:avLst/>
          </a:prstGeom>
          <a:noFill/>
          <a:ln w="57150">
            <a:solidFill>
              <a:srgbClr val="5EA8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4451" y="3783806"/>
            <a:ext cx="53802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智能存储策略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4451" y="4171057"/>
            <a:ext cx="5380262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分区存储提高性能，软删除支持恢复，版本控制避免冲突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9601" y="402134"/>
            <a:ext cx="7124649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项目亮点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79450" y="1230809"/>
            <a:ext cx="3835152" cy="463451"/>
          </a:xfrm>
          <a:prstGeom prst="roundRect">
            <a:avLst>
              <a:gd name="adj" fmla="val 2192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48312" y="1357759"/>
            <a:ext cx="34974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无缝双环境运行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9450" y="1821210"/>
            <a:ext cx="3835152" cy="463451"/>
          </a:xfrm>
          <a:prstGeom prst="roundRect">
            <a:avLst>
              <a:gd name="adj" fmla="val 2192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48312" y="1948160"/>
            <a:ext cx="34974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高度还原 Notion 体验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9450" y="2411611"/>
            <a:ext cx="3835152" cy="463451"/>
          </a:xfrm>
          <a:prstGeom prst="roundRect">
            <a:avLst>
              <a:gd name="adj" fmla="val 2192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48312" y="2538561"/>
            <a:ext cx="34974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本地优先保护隐私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9450" y="3002012"/>
            <a:ext cx="3835152" cy="463451"/>
          </a:xfrm>
          <a:prstGeom prst="roundRect">
            <a:avLst>
              <a:gd name="adj" fmla="val 2192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48312" y="3128963"/>
            <a:ext cx="34974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优秀的性能表现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9450" y="3592413"/>
            <a:ext cx="3835152" cy="463451"/>
          </a:xfrm>
          <a:prstGeom prst="roundRect">
            <a:avLst>
              <a:gd name="adj" fmla="val 2192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48312" y="3719364"/>
            <a:ext cx="34974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代码组织清晰架构合理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97398" y="4309765"/>
            <a:ext cx="3148905" cy="431602"/>
          </a:xfrm>
          <a:prstGeom prst="roundRect">
            <a:avLst>
              <a:gd name="adj" fmla="val 88276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24888" y="4411266"/>
            <a:ext cx="26939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技术先进、功能完善的本地笔记应用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Goose Note - 项目介绍</dc:title>
  <dc:subject>PptxGenJS Presentation</dc:subject>
  <dc:creator>Goose Note Project</dc:creator>
  <cp:lastModifiedBy>Goose Note Project</cp:lastModifiedBy>
  <cp:revision>1</cp:revision>
  <dcterms:created xsi:type="dcterms:W3CDTF">2026-01-01T20:18:33Z</dcterms:created>
  <dcterms:modified xsi:type="dcterms:W3CDTF">2026-01-01T20:18:33Z</dcterms:modified>
</cp:coreProperties>
</file>